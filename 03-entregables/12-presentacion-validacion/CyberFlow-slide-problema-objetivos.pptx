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CYBERFLOW  ·  VALIDACIÓN TÉCNICA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510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D"/>
                </a:solidFill>
              </a:rPr>
              <a:t>CyberFlow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problema a los objetivos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21792" y="1298448"/>
            <a:ext cx="4718304" cy="2761488"/>
          </a:xfrm>
          <a:prstGeom prst="roundRect">
            <a:avLst>
              <a:gd name="adj" fmla="val 4636"/>
            </a:avLst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5CE1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no 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5292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4E5"/>
                </a:solidFill>
              </a:rPr>
              <a:t>La detección ya existe —incluso open-source (Suricata, Zeek, Wazuh). Falta cerrar el lazo: una respuesta integrada, reversible y verificable, sin un SOC detrás.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96128" y="1298448"/>
            <a:ext cx="5961888" cy="2761488"/>
          </a:xfrm>
          <a:prstGeom prst="roundRect">
            <a:avLst>
              <a:gd name="adj" fmla="val 4636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25312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25312" y="1938528"/>
            <a:ext cx="5138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y validar un sistema open-source que combine análisis conductual, heurísticos y respuesta graduada en una red segmentada.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35295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C"/>
                </a:solidFill>
              </a:rPr>
              <a:t>Pregunta guía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346557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8A7D"/>
                </a:solidFill>
              </a:rPr>
              <a:t>¿Cómo convertir tráfico observado en una decisión verificable?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Caracterizar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5148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tráfico y línea 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43784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08376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08376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Evaluar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008376" y="5148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modelo y umbral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0368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Integrar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5148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detección y respuesta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87768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Comparar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5148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con el estado del arte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9760" y="4370832"/>
            <a:ext cx="1993392" cy="1234440"/>
          </a:xfrm>
          <a:prstGeom prst="roundRect">
            <a:avLst>
              <a:gd name="adj" fmla="val 10370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74352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74352" y="48280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Validar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74352" y="5148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</a:rPr>
              <a:t>con evidencia y expertos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7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CyberFlow | Del problema a los objetivos</dc:title>
  <dc:subject>PptxGenJS Presentation</dc:subject>
  <dc:creator>Mark y Uziel</dc:creator>
  <cp:lastModifiedBy>Mark y Uziel</cp:lastModifiedBy>
  <cp:revision>1</cp:revision>
  <dcterms:created xsi:type="dcterms:W3CDTF">2026-10-15T06:34:15Z</dcterms:created>
  <dcterms:modified xsi:type="dcterms:W3CDTF">2026-10-15T06:34:15Z</dcterms:modified>
</cp:coreProperties>
</file>